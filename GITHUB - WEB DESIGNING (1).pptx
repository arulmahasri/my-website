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26"/>
  </p:notesMasterIdLst>
  <p:sldIdLst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7E299-E34D-4603-9574-409731DC9805}" v="1111" dt="2026-06-10T05:19:08.308"/>
    <p1510:client id="{ABEA0743-D75D-402D-8F84-F84305C2E03D}" v="394" dt="2026-06-10T03:33:53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>
        <p:scale>
          <a:sx n="100" d="100"/>
          <a:sy n="100" d="100"/>
        </p:scale>
        <p:origin x="-475" y="-595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6/9/2026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6/9/2026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6/9/2026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6/9/2026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6/9/2026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43E8-8C76-B8E3-70D7-6EFD652E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4ACA-35EB-A901-C2F0-556E802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/>
          <a:lstStyle/>
          <a:p>
            <a:r>
              <a:rPr lang="en-US"/>
              <a:t>WEB DESIGNING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D5DF-ECE3-D57F-1196-682B43580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STEPS TO USE GITHUB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AE79F7A-E46D-89C2-686C-ABBE43D4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/>
          <a:p>
            <a:r>
              <a:rPr lang="en-US"/>
              <a:t>BY VARNIKHAA SRI 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A7EA62-2515-28BE-35B0-A3B3C07D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43C8-F516-3D63-C4A3-07CFB799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200" b="1" dirty="0">
                <a:latin typeface="Franklin Gothic"/>
                <a:ea typeface="Malgun Gothic"/>
                <a:cs typeface="Vrinda"/>
              </a:rPr>
            </a:br>
            <a:r>
              <a:rPr lang="en-US" sz="3200" b="1" dirty="0">
                <a:latin typeface="Franklin Gothic"/>
                <a:ea typeface="Malgun Gothic"/>
                <a:cs typeface="Vrinda"/>
              </a:rPr>
              <a:t>STEP 1:</a:t>
            </a:r>
            <a:r>
              <a:rPr lang="en-US" sz="2400" dirty="0">
                <a:latin typeface="Franklin Gothic"/>
                <a:ea typeface="Malgun Gothic"/>
                <a:cs typeface="Vrinda"/>
              </a:rPr>
              <a:t>Go to chrome (or) </a:t>
            </a:r>
            <a:r>
              <a:rPr lang="en-US" sz="2400" dirty="0" err="1">
                <a:latin typeface="Franklin Gothic"/>
                <a:ea typeface="Malgun Gothic"/>
                <a:cs typeface="Vrinda"/>
              </a:rPr>
              <a:t>FirEfox</a:t>
            </a:r>
            <a:r>
              <a:rPr lang="en-US" sz="2400" dirty="0">
                <a:latin typeface="Franklin Gothic"/>
                <a:ea typeface="Malgun Gothic"/>
                <a:cs typeface="Vrinda"/>
              </a:rPr>
              <a:t> and open GitHub website.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F2BC70-19BF-953D-E51B-DBCC8C184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214" y="1707807"/>
            <a:ext cx="5748617" cy="278825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0D7B2-97CF-D823-6752-B51C79C3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18E03-9AF9-E88C-5C54-D2B0CB0B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B44F59-B261-E3EE-F7E0-8BF076F2F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058" y="3727824"/>
            <a:ext cx="5950324" cy="260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C44D-37DB-DEC6-9CA9-D4FF49AD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2:</a:t>
            </a:r>
            <a:r>
              <a:rPr lang="en-US" sz="2200" dirty="0">
                <a:latin typeface="Franklin Gothic"/>
                <a:ea typeface="Calibri"/>
                <a:cs typeface="Calibri"/>
              </a:rPr>
              <a:t>LOGIN IN GITHUBWITH YOUR </a:t>
            </a:r>
            <a:r>
              <a:rPr lang="en-US" sz="2200" dirty="0" err="1">
                <a:latin typeface="Franklin Gothic"/>
                <a:ea typeface="Calibri"/>
                <a:cs typeface="Calibri"/>
              </a:rPr>
              <a:t>USER NAME</a:t>
            </a:r>
            <a:r>
              <a:rPr lang="en-US" sz="2200" dirty="0">
                <a:latin typeface="Franklin Gothic"/>
                <a:ea typeface="Calibri"/>
                <a:cs typeface="Calibri"/>
              </a:rPr>
              <a:t> OR EMAIL ID AND PASSWORD.IF YOUR NEW FOR GITHUB CREATE AN ACCOUNT.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11ABA-6282-A865-981D-BF3B6BA76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537" y="1973994"/>
            <a:ext cx="9065558" cy="408244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AC111-A9BC-929D-548D-81199A01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C1060-E2F4-BA5D-FE51-307739BD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1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679C-E91C-5EBB-7E11-319DD395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3:</a:t>
            </a:r>
            <a:r>
              <a:rPr lang="en-US" sz="2200">
                <a:latin typeface="Franklin Gothic"/>
                <a:ea typeface="Calibri"/>
                <a:cs typeface="Calibri"/>
              </a:rPr>
              <a:t>CLICK THE NEW REPOSITAR OR NEW BUTTON.</a:t>
            </a:r>
          </a:p>
        </p:txBody>
      </p:sp>
      <p:pic>
        <p:nvPicPr>
          <p:cNvPr id="6" name="Content Placeholder 5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1B3505D2-3F99-1556-2504-D2062F073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477" y="1715204"/>
            <a:ext cx="9905999" cy="44655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E6CDC-1CA0-20FA-9C05-9E0E64E5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1D54-6AF3-3481-4974-52B9D715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5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D4AC-3D19-D1CE-8172-44931BAF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4:</a:t>
            </a:r>
            <a:r>
              <a:rPr lang="en-US" sz="2200">
                <a:latin typeface="Franklin Gothic"/>
                <a:ea typeface="Calibri"/>
                <a:cs typeface="Calibri"/>
              </a:rPr>
              <a:t>ENTER THE REPOSITORY NAME.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BF493F-3FEB-6A44-93CC-51CCCD213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772" y="1684391"/>
            <a:ext cx="8415617" cy="4381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63F95-5801-63DB-19DA-A269EC12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8A7FA-3925-28AD-AFB5-BB3C114D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7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0645-AB7B-CB78-B181-135C59CC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5:</a:t>
            </a:r>
            <a:r>
              <a:rPr lang="en-US" sz="2200">
                <a:latin typeface="Franklin Gothic"/>
                <a:ea typeface="Calibri"/>
                <a:cs typeface="Calibri"/>
              </a:rPr>
              <a:t>CLICK CONFIGURATION--&gt;CHOOSE VISIBILITY-&gt;PUBLIC</a:t>
            </a:r>
            <a:br>
              <a:rPr lang="en-US" sz="2200" dirty="0">
                <a:latin typeface="Franklin Gothic"/>
                <a:ea typeface="Calibri"/>
                <a:cs typeface="Calibri"/>
              </a:rPr>
            </a:br>
            <a:r>
              <a:rPr lang="en-US" sz="2200">
                <a:latin typeface="Franklin Gothic"/>
                <a:ea typeface="Calibri"/>
                <a:cs typeface="Calibri"/>
              </a:rPr>
              <a:t>AND CLICK CREATE RESPOSITORY.</a:t>
            </a:r>
            <a:endParaRPr lang="en-US" sz="2200" dirty="0">
              <a:latin typeface="Franklin Gothic"/>
              <a:ea typeface="Calibri"/>
              <a:cs typeface="Calibri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0E8332-60EA-A2B5-1887-740F65805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743" y="1684392"/>
            <a:ext cx="8785411" cy="46056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53B63-5F99-4066-837B-1CC0653D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97E06-8163-766E-DBD8-6FA1D0C2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7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A9EB-0A74-A5F0-FBD5-79FA6C79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6:</a:t>
            </a:r>
            <a:r>
              <a:rPr lang="en-US" sz="2200">
                <a:latin typeface="Franklin Gothic"/>
                <a:ea typeface="Calibri"/>
                <a:cs typeface="Calibri"/>
              </a:rPr>
              <a:t>CLICK SETTINGS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BBC23-E438-9A99-2C32-3E91FB17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C5F6-AA73-C030-822E-EA7FE511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7</a:t>
            </a:fld>
            <a:endParaRPr lang="en-US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004120-9961-5367-B4BA-D8F965D00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272" y="1718010"/>
            <a:ext cx="7989793" cy="432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1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B746-3D6E-0291-5F10-45530E79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>
                <a:latin typeface="Franklin Gothic"/>
                <a:ea typeface="Calibri"/>
                <a:cs typeface="Calibri"/>
              </a:rPr>
              <a:t>STEP 7:</a:t>
            </a:r>
            <a:r>
              <a:rPr lang="en-US" sz="2200">
                <a:latin typeface="Franklin Gothic"/>
                <a:ea typeface="Calibri"/>
                <a:cs typeface="Calibri"/>
              </a:rPr>
              <a:t>CLICK PAGES.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8FFBE-C36B-A8C9-7164-02513A09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15C27-8119-2569-6075-C5D05BFF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8</a:t>
            </a:fld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8FFAD5-C020-66A1-1C4B-9486468FE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40225" y="1832869"/>
            <a:ext cx="8283387" cy="43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7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76D-CC7D-E73E-21B7-3FE1FDEF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8:</a:t>
            </a:r>
            <a:r>
              <a:rPr lang="en-US" sz="2200">
                <a:latin typeface="Franklin Gothic"/>
                <a:ea typeface="Calibri"/>
                <a:cs typeface="Calibri"/>
              </a:rPr>
              <a:t>CLICK GITHUB ACTIONS THENSELECT STATIC HTML AND CLICK CONFIGURE.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B2F12-B6D6-0615-7FF4-465ED730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2EF11-1012-AF51-7181-CEDBBFC9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D3C743-70BA-EC00-CA85-10F54150F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272" y="1852479"/>
            <a:ext cx="5289177" cy="2812677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DC44D5-B58C-AED2-826B-E36DCF832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118" y="3260912"/>
            <a:ext cx="6230471" cy="32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6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922C-10E0-5E06-3C1F-9736BE87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9:</a:t>
            </a:r>
            <a:r>
              <a:rPr lang="en-US" sz="2200">
                <a:latin typeface="Franklin Gothic"/>
                <a:ea typeface="Calibri"/>
                <a:cs typeface="Calibri"/>
              </a:rPr>
              <a:t>CLICK COMMIT CHANGE AND CLICK OK.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67A95A-1846-0177-B87D-F1A18CFFA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4537" y="1807658"/>
            <a:ext cx="8213910" cy="43590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1C25B-37A7-B992-1210-6F9FAA72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77493-CA5D-5364-867D-0DAAC803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1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6FFF-C464-F8E9-EEED-6352F018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</a:rPr>
              <a:t>STEP 10:</a:t>
            </a:r>
            <a:r>
              <a:rPr lang="en-US" sz="2200">
                <a:latin typeface="Franklin Gothic"/>
              </a:rPr>
              <a:t>CLICK CODE--&gt;AGAIN CLICK CODE--&gt;OPEN WITH GITHUB DESKTOP.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B2824-FC3E-D880-312A-D47370939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567" y="1684392"/>
            <a:ext cx="8426821" cy="451597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88008-00C0-BCC7-144E-33490CCD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DF970-9FFD-0FC9-C101-7275D72F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6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4FDC-4C89-E240-AC71-C95D2F33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>
                <a:latin typeface="Franklin Gothic"/>
                <a:ea typeface="Calibri"/>
                <a:cs typeface="Calibri"/>
              </a:rPr>
              <a:t>STEP 11:</a:t>
            </a:r>
            <a:r>
              <a:rPr lang="en-US" sz="2200">
                <a:latin typeface="Franklin Gothic"/>
                <a:ea typeface="Calibri"/>
                <a:cs typeface="Calibri"/>
              </a:rPr>
              <a:t>CLICK CLONE OPTION.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A232C2-7754-3409-52F1-E01A136A4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0839" y="1873772"/>
            <a:ext cx="6682305" cy="42940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8DACB-4BBC-465F-56F9-56D6DA49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AE85A-C5D7-F25F-56D4-CB3B2136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4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4BD6-0621-FCDC-1C05-025B2D31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>
                <a:latin typeface="Franklin Gothic"/>
              </a:rPr>
              <a:t>STEP 12:</a:t>
            </a:r>
            <a:r>
              <a:rPr lang="en-US" sz="2200">
                <a:latin typeface="Franklin Gothic"/>
              </a:rPr>
              <a:t>CLICK SHOWN IN EXPLOER.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2AE001-3433-7F59-0B32-8D7D809CA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281" y="1840153"/>
            <a:ext cx="5662569" cy="4114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E646A-B59B-B143-FEAA-54153909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82035-8E3D-FD09-CEDD-34EDE59C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75AD55-C98D-02B6-BD38-6ACB96EA55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34" t="-820" r="36023" b="546"/>
          <a:stretch>
            <a:fillRect/>
          </a:stretch>
        </p:blipFill>
        <p:spPr>
          <a:xfrm>
            <a:off x="6622677" y="1838025"/>
            <a:ext cx="4987546" cy="412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08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8DE5-8203-9FAC-201E-D89188A9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</a:rPr>
              <a:t>STEP 12:</a:t>
            </a:r>
            <a:r>
              <a:rPr lang="en-US" sz="2200" dirty="0">
                <a:latin typeface="Franklin Gothic"/>
              </a:rPr>
              <a:t>GO TO GITHUB AND </a:t>
            </a:r>
            <a:r>
              <a:rPr lang="en-US" sz="2200" dirty="0" err="1">
                <a:latin typeface="Franklin Gothic"/>
              </a:rPr>
              <a:t>AND</a:t>
            </a:r>
            <a:r>
              <a:rPr lang="en-US" sz="2200" dirty="0">
                <a:latin typeface="Franklin Gothic"/>
              </a:rPr>
              <a:t> CLICK THE REPOSITARY</a:t>
            </a:r>
            <a:br>
              <a:rPr lang="en-US" sz="2200" dirty="0">
                <a:latin typeface="Franklin Gothic"/>
              </a:rPr>
            </a:br>
            <a:r>
              <a:rPr lang="en-US" sz="2200" dirty="0">
                <a:latin typeface="Franklin Gothic"/>
              </a:rPr>
              <a:t>AND ADD THE FILES MADE IN VISUAL STUDIO CODE.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11387-4D65-211C-9DEB-256F471B5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5890" y="1942127"/>
            <a:ext cx="7575175" cy="410135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081D7-26A3-722A-87C6-8EDFB943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EF482-2342-458C-7336-5B403AB0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8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1272-3CEF-BB55-1383-D5BD1758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>
                <a:latin typeface="Franklin Gothic"/>
                <a:ea typeface="Calibri"/>
                <a:cs typeface="Calibri"/>
              </a:rPr>
              <a:t>STEP 13:</a:t>
            </a:r>
            <a:r>
              <a:rPr lang="en-US" sz="2200">
                <a:latin typeface="Franklin Gothic"/>
                <a:ea typeface="Calibri"/>
                <a:cs typeface="Calibri"/>
              </a:rPr>
              <a:t>CLICK COMMIT CHANGES.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29A6CF-98EB-1269-C2A8-B046D15D0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007" y="1874892"/>
            <a:ext cx="7283823" cy="38772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6078C-2F39-4035-562E-34A0BF5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1DB0C-9E68-E3AD-C4CF-29B501C7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9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8D61-0AC2-B2A7-3F08-F780EFFF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 dirty="0">
                <a:latin typeface="Franklin Gothic"/>
              </a:rPr>
              <a:t>STEP 14:</a:t>
            </a:r>
            <a:r>
              <a:rPr lang="en-US" sz="2200">
                <a:latin typeface="Franklin Gothic"/>
              </a:rPr>
              <a:t>CLICK OPEN WITH GITHUB DESKTOP--&gt;CLICK PUSH ORIGIN.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972616-5201-5810-347C-26CB6377A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01" y="1886097"/>
            <a:ext cx="5636559" cy="38436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872C0-2518-BF33-6164-4E400EEB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31C82-7A14-4F0B-545A-785C5732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1F8BAB-27A7-D6CD-CBE8-51C2F9C25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605" y="1580029"/>
            <a:ext cx="6064645" cy="445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8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AA71-39B6-B2DE-6C43-23FF978B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b="1">
                <a:latin typeface="Franklin Gothic"/>
                <a:ea typeface="Calibri"/>
                <a:cs typeface="Calibri"/>
              </a:rPr>
              <a:t>STEP 15:</a:t>
            </a:r>
            <a:r>
              <a:rPr lang="en-US" sz="2200">
                <a:latin typeface="Franklin Gothic"/>
                <a:ea typeface="Calibri"/>
                <a:cs typeface="Calibri"/>
              </a:rPr>
              <a:t>GO TO GITHUB CLICK SETTINGS THEN PAGES AND CLICK VIST SITE.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D4589F-96E9-76EF-8D9A-5ABA72996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6390" y="2054186"/>
            <a:ext cx="7070910" cy="376517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D0E19-4906-586A-6BFF-A63EF90B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3E7C2-A760-1E77-2A7B-E57EF3F3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8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0B2E-B1F4-1218-9131-2B955AC2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995" y="451490"/>
            <a:ext cx="10029701" cy="1250767"/>
          </a:xfrm>
        </p:spPr>
        <p:txBody>
          <a:bodyPr>
            <a:normAutofit/>
          </a:bodyPr>
          <a:lstStyle/>
          <a:p>
            <a:r>
              <a:rPr lang="en-US" sz="2900" b="1">
                <a:latin typeface="Franklin Gothic"/>
              </a:rPr>
              <a:t>OUTPUT:</a:t>
            </a:r>
            <a:br>
              <a:rPr lang="en-US" sz="2900" b="1" dirty="0">
                <a:latin typeface="Franklin Gothic"/>
              </a:rPr>
            </a:br>
            <a:r>
              <a:rPr lang="en-US" sz="2400" b="1">
                <a:latin typeface="Franklin Gothic"/>
              </a:rPr>
              <a:t>INDEX PAGE:</a:t>
            </a:r>
          </a:p>
        </p:txBody>
      </p:sp>
      <p:pic>
        <p:nvPicPr>
          <p:cNvPr id="6" name="Content Placeholder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6865684-3881-B5B2-D6FE-9D41AD97C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948" y="1818863"/>
            <a:ext cx="7754470" cy="411255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F82C9-D20A-EB0E-90F1-CB85BEEB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49A84-011C-1EB9-22AD-0844D7A4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2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33C7-6B83-7978-BB07-DDD36F71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Franklin Gothic"/>
              </a:rPr>
              <a:t>CONTENT PAGE:</a:t>
            </a:r>
            <a:endParaRPr lang="en-US" sz="2400" b="1" dirty="0">
              <a:latin typeface="Franklin Gothic"/>
            </a:endParaRPr>
          </a:p>
        </p:txBody>
      </p:sp>
      <p:pic>
        <p:nvPicPr>
          <p:cNvPr id="6" name="Content Placeholder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3C1E9397-9E15-8F25-06C6-BED9EC9E8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184" y="1852480"/>
            <a:ext cx="7541558" cy="400049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2817A-57CB-0EBD-2306-1EC7FB70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25787-F070-E94F-A9D6-99915963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56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E9B1-20E0-73E2-1171-8DD97374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Franklin Gothic"/>
              </a:rPr>
              <a:t>SERVICE PAGE:</a:t>
            </a:r>
            <a:endParaRPr lang="en-US" sz="2400" b="1" dirty="0">
              <a:latin typeface="Franklin Gothic"/>
            </a:endParaRPr>
          </a:p>
        </p:txBody>
      </p:sp>
      <p:pic>
        <p:nvPicPr>
          <p:cNvPr id="6" name="Content Placeholder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AD44084-A78C-DF1F-6378-51DEF3D24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096" y="1975745"/>
            <a:ext cx="7956175" cy="421341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89CDB-1B7B-A1CC-435C-6FF21004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9DFA9-B75C-D883-F86C-409374FA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96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708C-CA43-4632-9EB6-04E97812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Franklin Gothic"/>
                <a:ea typeface="Calibri"/>
                <a:cs typeface="Calibri"/>
              </a:rPr>
              <a:t>CONTACT PAGE:</a:t>
            </a:r>
            <a:endParaRPr lang="en-US" sz="2400" b="1" dirty="0">
              <a:latin typeface="Franklin Gothic"/>
              <a:ea typeface="Calibri"/>
              <a:cs typeface="Calibri"/>
            </a:endParaRPr>
          </a:p>
        </p:txBody>
      </p:sp>
      <p:pic>
        <p:nvPicPr>
          <p:cNvPr id="6" name="Content Placeholder 5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B86C9CF1-3045-DA47-C176-6A1EAEF10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537" y="1684391"/>
            <a:ext cx="8370793" cy="43702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C0CE8-DCC1-3A92-ED7A-4706A127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/>
              <a:t>GITHUB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C5BA3-F81B-A34E-2959-C2CC806E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88842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Hue stack</vt:lpstr>
      <vt:lpstr>WEB DESIGNING</vt:lpstr>
      <vt:lpstr> STEP 1:Go to chrome (or) FirEfox and open GitHub website.</vt:lpstr>
      <vt:lpstr>STEP 2:LOGIN IN GITHUBWITH YOUR USER NAME OR EMAIL ID AND PASSWORD.IF YOUR NEW FOR GITHUB CREATE AN ACCOUNT.</vt:lpstr>
      <vt:lpstr>STEP 3:CLICK THE NEW REPOSITAR OR NEW BUTTON.</vt:lpstr>
      <vt:lpstr>STEP 4:ENTER THE REPOSITORY NAME.</vt:lpstr>
      <vt:lpstr>STEP 5:CLICK CONFIGURATION--&gt;CHOOSE VISIBILITY-&gt;PUBLIC AND CLICK CREATE RESPOSITORY.</vt:lpstr>
      <vt:lpstr>STEP 6:CLICK SETTINGS</vt:lpstr>
      <vt:lpstr>STEP 7:CLICK PAGES.</vt:lpstr>
      <vt:lpstr>STEP 8:CLICK GITHUB ACTIONS THENSELECT STATIC HTML AND CLICK CONFIGURE.</vt:lpstr>
      <vt:lpstr>STEP 9:CLICK COMMIT CHANGE AND CLICK OK.</vt:lpstr>
      <vt:lpstr>STEP 10:CLICK CODE--&gt;AGAIN CLICK CODE--&gt;OPEN WITH GITHUB DESKTOP.</vt:lpstr>
      <vt:lpstr>STEP 11:CLICK CLONE OPTION.</vt:lpstr>
      <vt:lpstr>STEP 12:CLICK SHOWN IN EXPLOER.</vt:lpstr>
      <vt:lpstr>STEP 12:GO TO GITHUB AND AND CLICK THE REPOSITARY AND ADD THE FILES MADE IN VISUAL STUDIO CODE.</vt:lpstr>
      <vt:lpstr>STEP 13:CLICK COMMIT CHANGES.</vt:lpstr>
      <vt:lpstr>STEP 14:CLICK OPEN WITH GITHUB DESKTOP--&gt;CLICK PUSH ORIGIN.</vt:lpstr>
      <vt:lpstr>STEP 15:GO TO GITHUB CLICK SETTINGS THEN PAGES AND CLICK VIST SITE.</vt:lpstr>
      <vt:lpstr>OUTPUT: INDEX PAGE:</vt:lpstr>
      <vt:lpstr>CONTENT PAGE:</vt:lpstr>
      <vt:lpstr>SERVICE PAGE:</vt:lpstr>
      <vt:lpstr>CONTACT PAGE: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395</cp:revision>
  <dcterms:created xsi:type="dcterms:W3CDTF">2026-06-10T03:18:56Z</dcterms:created>
  <dcterms:modified xsi:type="dcterms:W3CDTF">2026-06-10T05:19:33Z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